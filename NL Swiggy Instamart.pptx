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Swiggy Instamart AI Product Discovery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210312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CORE ISSUE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Despite high daily transaction frequency, a meaningful share of Swiggy Instamart ordering is anchored to repeat dairy and bread histories. Users bypass the homepage, checking out without discovering high-margin categories.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5303520" cy="237744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886199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SCALE OF OPPORTUNITY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Segment: ~35M Monthly Active Customers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Repeat Loop: 75% order identical items every month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 Impact: 64% reject checkout recommendations due to fees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Projected AOV Lift: +18% average basket growth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466344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PORTFOLIO CASE STUDY LINKS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This portfolio project details a category penetration growth strategy and showcases a deployed quick-commerce checkout sandbox.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Please click the active links below to test the prototypes: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Deployed Sandbox: Click link below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Analytics Dashboard: Click link below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20624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t>MVP Sandbox URL:</a:t>
            </a:r>
            <a:br/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Analytics Dashboard URL:</a:t>
            </a:r>
            <a:br/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PROBLEM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Why Existing Banners Fail vs. The AI Ingestion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HOME BANNERS FAIL (User Flow)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Current Inefficient Friction Loop:</a:t>
            </a:r>
            <a:br/>
            <a:r>
              <a:t>Homepage Banner -&gt; Ads Ignored -&gt; Fast Search -&gt; Buy it Again List -&gt; Fast Checkout (Zero Discovery)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Homepage Avoidance: Flashing ads and cluttered banner carousels create high cognitive load, pushing users to immediately click past list shortcuts.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Transaction Speed: Instamart is optimized for checkout speed (&lt;15s), preventing browse-discovery.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OUR AI-POWERED INGESTION LOOP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Ingestion Flow:</a:t>
            </a:r>
            <a:br/>
            <a:r>
              <a:t>1,000 Multi-Channel Reviews -&gt; AI identifies themes -&gt; AI validates evidence -&gt; User Interviews -&gt; Prioritized Opportunity -&gt; MVP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Actionable Synthesis: Scrapes Play Store, iTunes RSS, Reddit, and Twitter. Resolves mixed regional slang (e.g. bekar service -&gt; service failure) and segments findings.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Opportunity: Solves delivery fee friction on auxiliary purchases to boost category testing.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RESEARCH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User Research Methodology &amp; Core Behavior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PRIMARY RESEARCH METHODOLOGY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Interview Design:</a:t>
            </a:r>
            <a:br/>
            <a:r>
              <a:t>Conducted 6 semi-structured interviews via Google Meet (recorded for analysis).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Data Rigor:</a:t>
            </a:r>
            <a:br/>
            <a:r>
              <a:t>- Rohan (22m), Meera (26m), Kabir (18m), Priya (20m), Vijay (24m), Anand (15m).</a:t>
            </a:r>
            <a:br/>
            <a:r>
              <a:t>- 125 Minutes total duration (Average: 21m).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Analysis Workflow:</a:t>
            </a:r>
            <a:br/>
            <a:r>
              <a:t>Transcripts analyzed via post-interview affinity mapping, clustering validation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REPETITIVE BEHAVIOR FLOW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The Habitual Checkout Flow:</a:t>
            </a:r>
            <a:br/>
            <a:r>
              <a:t>Open App -&gt; Buy Again List -&gt; Checkout -&gt; Leave App (Zero Exploration)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Findings:</a:t>
            </a:r>
            <a:br/>
            <a:r>
              <a:t>75% of users show Milk/Bread reorder behaviors. They split baskets and buy pet care/cosmetics from Amazon/offline shops due to a lack of local specifications.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Fee Barrier:</a:t>
            </a:r>
            <a:br/>
            <a:r>
              <a:t>76% of users want to explore new categories but reject checkout add-ons if delivery fees are applied.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VALIDATION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Hypothesis Scorecard: Validating AI Insights with Research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460217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 Tested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 %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Research Finding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Verdict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VJ and Rohan order identical milk in under 15s.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Home screen banner ads do not trigger exploration.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skip promo banners due to visual clutter.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Checkout recommendations are rejected due to delivery fees.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 abandons face wash to avoid small-cart fee.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Specification gaps block premium purchases.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 buys baby diapers on Amazon for size charts.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append window will drive additions.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use a fee-free sandbox window post-payment.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3 · OPPORTUNITY PRIORITIZATION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Opportunity Prioritization: Why Post-Checkout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Choose the Post-Checkout Window?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solve category discovery, we prioritized features utilizing RICE backlog scoring: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Smarter Filters:</a:t>
            </a:r>
            <a:br/>
            <a:r>
              <a:t>Low impact because users bypass catalog navigation tags entirely.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AI Crate Digger Chat:</a:t>
            </a:r>
            <a:br/>
            <a:r>
              <a:t>High impact, but extremely high engineering effort and risks slowing transaction speed.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Post-Checkout Add-on Window:</a:t>
            </a:r>
            <a:br/>
            <a:r>
              <a:t>Wins because it acts at peak intent checkout moment, waives delivery fees, and utilizes single-rider dispatch.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45920"/>
          <a:ext cx="56080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731520"/>
                <a:gridCol w="731520"/>
                <a:gridCol w="853135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Option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Filters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42.6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Chat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18.6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Window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3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One Prioritized Solution: The AI-Driven Discovery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HERO: AI-Driven Category Personalization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Personalization Loop:</a:t>
            </a:r>
            <a:br/>
            <a:r>
              <a:t>Active Cart -&gt; AI predicts forgotten items -&gt; Freshness check -&gt; Trust badge -&gt; Fee-free window -&gt; Checkout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Intent Integration:</a:t>
            </a:r>
            <a:br/>
            <a:r>
              <a:t>Triggers recommendations right after payment completion, waiving delivery fee friction for 3 minutes.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Predictive Match Models:</a:t>
            </a:r>
            <a:br/>
            <a:r>
              <a:t>If cart = milk, AI checks user history + cohort trends + time + season (e.g. coffee, organic avocados) instead of just repeating dairy items.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HOW THE AI PREDICTS RELEVANT ADD-ONS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Dynamic Profile Mapping:</a:t>
            </a:r>
            <a:br/>
            <a:r>
              <a:t>AI tags users into segments (e.g. Rohan = Tech Professional) based on historical quick commerce discussions.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Basket Associations:</a:t>
            </a:r>
            <a:br/>
            <a:r>
              <a:t>Analyzes current items (e.g. milk) and matches frequently co-purchased categories (e.g. personal care face wash).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Dark Store Stock Sync:</a:t>
            </a:r>
            <a:br/>
            <a:r>
              <a:t>FastAPI filters catalog opportunities in real-time based on immediate dark store inventory levels.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The Deployed MVP: 3-Minute Post-Checkout Add-On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2179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Interactive Deployed Checkout Sandbox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Active Checkout Sandbox:</a:t>
            </a:r>
            <a:br/>
            <a:r>
              <a:t>Placing everyday dairy essentials simulates payment completion and triggers the active 3-minute window.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Countdown Banner:</a:t>
            </a:r>
            <a:br/>
            <a:r>
              <a:t>Displays an urgent timer counting down the dark store's packaging cycle.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Fee-Free Add-on Carousel:</a:t>
            </a:r>
            <a:br/>
            <a:r>
              <a:t>Displays organic avocados, dog treats, and face washes with ₹0 delivery fee. Selecting an item dynamically updates checkout totals.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8" name="Picture 7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63040"/>
            <a:ext cx="466344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Phased Rollout Stages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Operational Lock-out &amp; Rider Safety Gates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We enforce three software guardrails to protect delivery SLAs: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Packing Status Gate:</a:t>
            </a:r>
            <a:br/>
            <a:r>
              <a:t>The window is disabled if warehouse packing has already started. This prevents packers from re-opening sealed packages.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Weight Capacity Gate:</a:t>
            </a:r>
            <a:br/>
            <a:r>
              <a:t>Limit add-on catalog to items &lt;2kg. Heavy items (e.g. 5kg dog food bags) are blocked to keep bikes within safety weight thresholds.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Single-Rider Hand-off:</a:t>
            </a:r>
            <a:br/>
            <a:r>
              <a:t>The add-on order is merged into the original rider package. No secondary rider is assigned.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486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31520"/>
                <a:gridCol w="1005840"/>
                <a:gridCol w="1005840"/>
                <a:gridCol w="1188720"/>
              </a:tblGrid>
              <a:tr h="914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Target 30D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Target 90D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Friction Solved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4.2%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18.5%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 Care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3.1%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14.0%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Baby Care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1.8%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9.5%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Size Charts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Pet Care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2.5%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10m Dispatch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Metrics &amp; SLA Operational Guardrails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North Star Metric: Cross-Category Discovery Completion Rate</a:t>
            </a:r>
            <a:br/>
            <a:r>
              <a:t>Target: 35% completion rate in pilot dark stores within 30 days.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Leading Success Indicators (0-30 Days):</a:t>
            </a:r>
            <a:br/>
            <a:r>
              <a:t>  - Timer Conversion Rate: &gt;25% in week 2.</a:t>
            </a:r>
            <a:br/>
            <a:r>
              <a:t>  - Platform Split Churn Delta: -5% churn to Zepto.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SLA Guardrail Thresholds (Daily Monitoring):</a:t>
            </a:r>
            <a:br/>
            <a:r>
              <a:t>  - Rider Wait Time Delta: Keep &lt;+30 seconds. (If exceeded, drop timer window to 2 mins).</a:t>
            </a:r>
            <a:br/>
            <a:r>
              <a:t>  - Packer Picking SLA Delta: Keep &lt;+15 seconds.</a:t>
            </a:r>
            <a:br/>
            <a:r>
              <a:t>  - Recommendation Hide Rate: Keep &lt;5% rejection.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RISKS &amp; TECH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GTM Risk Matrix &amp; Technical Appendix A/B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GTM Risk Mitigation Matrix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Recommendation Fatigue:</a:t>
            </a:r>
            <a:br/>
            <a:r>
              <a:t>Mitigation: Enforce daily frequency caps (max 2 displays/user).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Wrong Recommendations:</a:t>
            </a:r>
            <a:br/>
            <a:r>
              <a:t>Mitigation: Continuous AI feedback training loops from hides.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Slower Checkout / Slower Delivery:</a:t>
            </a:r>
            <a:br/>
            <a:r>
              <a:t>Mitigation: One-click append checkout button.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Delay at Dark Store:</a:t>
            </a:r>
            <a:br/>
            <a:r>
              <a:t>Mitigation: Automatic packer lockout gate once picking begins.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Technical Appendix A &amp; B Summary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SQLite Relational Database (reviews.db):</a:t>
            </a:r>
            <a:br/>
            <a:r>
              <a:t>Relational storage holds scraper inputs, sentiments, and ICE priorities. Columns are dynamically synced with FastAPI REST routes.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7-Agent Ingestion Pipeline:</a:t>
            </a:r>
            <a:br/>
            <a:r>
              <a:t>Orchestrates translation dictionaries (converting Hinglish to standard English), cleaning parameters, and K-Means text clustering.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Visual layout maps (schema, n8n flow) are committed in docs/user_research/ directory.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