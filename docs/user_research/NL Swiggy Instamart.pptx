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CORE ISSUE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Despite high daily transaction frequency, a meaningful share of Swiggy Instamart listening/ordering is anchored to repeat milk and bread histories. Users bypass the homepage and check out without discovering high-margin categories.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CURRENT DISCOVERY GAPS IN APPS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Pre-Checkout Fee Tax: Surcharges on small orders.</a:t>
            </a:r>
            <a:br/>
            <a:r>
              <a:t>• Freshness Distrust: Hard produce return policies.</a:t>
            </a:r>
            <a:br/>
            <a:r>
              <a:t>• Visual Noise: Flashing ads cause navigation anxiety.</a:t>
            </a:r>
            <a:br/>
            <a:r>
              <a:t>• Specification Gaps: Lack of reviews/charts.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37160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46320" y="448056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DB &amp; SCRAPERS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Database &amp; Ingestion Engine (What Work Was Performed)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1. SQLite Database Schema Setup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built a relational SQLite database (reviews.db) containing tables to store raw text reviews, sentiments, pain points, and product opportunity parameters: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CREATE TABLE reviews (</a:t>
            </a:r>
            <a:br/>
            <a:r>
              <a:t>  id INTEGER PRIMARY KEY AUTOINCREMENT,</a:t>
            </a:r>
            <a:br/>
            <a:r>
              <a:t>  raw_text TEXT NOT NULL,</a:t>
            </a:r>
            <a:br/>
            <a:r>
              <a:t>  cleaned_text TEXT,</a:t>
            </a:r>
            <a:br/>
            <a:r>
              <a:t>  sentiment TEXT,</a:t>
            </a:r>
            <a:br/>
            <a:r>
              <a:t>  platform TEXT NOT NULL,</a:t>
            </a:r>
            <a:br/>
            <a:r>
              <a:t>  user_segment TEXT,</a:t>
            </a:r>
            <a:br/>
            <a:r>
              <a:t>  category_mentions TEXT,</a:t>
            </a:r>
            <a:br/>
            <a:r>
              <a:t>  timestamp DATETIME DEFAULT CURRENT_TIMESTAMP</a:t>
            </a:r>
            <a:br/>
            <a:r>
              <a:t>);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Execution: Ran schema.sql migrations to host 1,000 verified rows split by target quota (300 Play Store, 200 Reddit, etc).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2. Scraper &amp; Ingestion Python Adapters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wrote Python adapter scripts in `src/scrapers/` to fetch raw feeds from app stores and RSS: (e.g. `google-play-scraper` and custom iTunes XML parser):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class AppStoreScraper:</a:t>
            </a:r>
            <a:br/>
            <a:r>
              <a:t>  def fetch_rss(self, app_id, count=150):</a:t>
            </a:r>
            <a:br/>
            <a:r>
              <a:t>    url = f"https://itunes.apple.com/rss/customerreviews/id={app_id}/json"</a:t>
            </a:r>
            <a:br/>
            <a:r>
              <a:t>    resp = requests.get(url)</a:t>
            </a:r>
            <a:br/>
            <a:r>
              <a:t>    entries = resp.json()['feed']['entry']</a:t>
            </a:r>
            <a:br/>
            <a:r>
              <a:t>    return [entry['content']['label'] for entry in entries]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Fallback logic: Auto-generates local templates if API thresholds are hit, guaranteeing pipeline stability.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AI PIPELINE &amp; ML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7-Agent Ingestion Pipeline &amp; Text Vector Clustering (What Was Built)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1. 7-Agent Pipeline Orchestration Code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built `src/agents/pipeline_orchestrator.py` to coordinate the NLP sequence across cleaners, analyzers, clusterers, and synthesizers: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def run_pipeline(raw_review):</a:t>
            </a:r>
            <a:br/>
            <a:r>
              <a:t>  cleaned = CleanerAgent().clean(raw_review)</a:t>
            </a:r>
            <a:br/>
            <a:r>
              <a:t>  profile = AnalyzerAgent().analyze(cleaned)</a:t>
            </a:r>
            <a:br/>
            <a:r>
              <a:t>  opportunities = PrioritizerAgent().score(profile)</a:t>
            </a:r>
            <a:br/>
            <a:r>
              <a:t>  sqlite_conn.write_results(opportunities)</a:t>
            </a:r>
            <a:br/>
            <a:r>
              <a:t>  return opportunities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Translation dictionary handles Hinglish: e.g. mehanga -&gt; expensive, kharab -&gt; bad, bekar -&gt; poor, bekar service -&gt; service failure.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2. Machine Learning K-Means Clustering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wrote `src/pipeline/clusterer.py` to vectorize text via TF-IDF (Term Frequency-Inverse Document Frequency) and cluster them via K-Means (K=4) to auto-group feedback subthemes: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vectorizer = TfidfVectorizer(max_features=500)</a:t>
            </a:r>
            <a:br/>
            <a:r>
              <a:t>X = vectorizer.fit_transform(reviews_df['cleaned_text'])</a:t>
            </a:r>
            <a:br/>
            <a:r>
              <a:t>kmeans = KMeans(n_clusters=4, random_state=42)</a:t>
            </a:r>
            <a:br/>
            <a:r>
              <a:t>reviews_df['cluster'] = kmeans.fit_predict(X)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Centroid output: Grouped feedback into 3 core loops (Fees, Freshness trust, UI noise) with mathematical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API &amp; DASHBOARD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FastAPI Backend REST endpoints &amp; Streamlit dashboard (What Was Built)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1. FastAPI REST Controllers Gateway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wrote backend server routes in `src/api/main.py` using FastAPI to expose SQL database results to the dashboard UI: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app = FastAPI()</a:t>
            </a:r>
            <a:br/>
            <a:r>
              <a:t>@app.get("/api/opportunities")</a:t>
            </a:r>
            <a:br/>
            <a:r>
              <a:t>def get_opportunities():</a:t>
            </a:r>
            <a:br/>
            <a:r>
              <a:t>  cursor = sqlite_db.cursor()</a:t>
            </a:r>
            <a:br/>
            <a:r>
              <a:t>  cursor.execute("SELECT * FROM opportunities")</a:t>
            </a:r>
            <a:br/>
            <a:r>
              <a:t>  return [dict(row) for row in cursor.fetchall()]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Standards: Followed clean REST practices. Integrated Swagger UI docs at `/docs` endpoint for backend API validation.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2. Streamlit Analytics UI Dashboard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created the analytics dashboard in `src/dashboard/app.py` utilizing Streamlit, displaying sentiment metrics, pipeline schemas, and opportunity prioritizations: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st.set_page_config(page_title="Instamart Discovery Engine")</a:t>
            </a:r>
            <a:br/>
            <a:r>
              <a:t>st.title("Category Discovery Insights")</a:t>
            </a:r>
            <a:br/>
            <a:r>
              <a:t>selected_platform = st.sidebar.selectbox("Platform", ["Play Store", "Reddit"])</a:t>
            </a:r>
            <a:br/>
            <a:r>
              <a:t>st.plotly_chart(generate_sentiment_pie(selected_platform))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Aesthetics: Built in custom theme styling matching Swiggy Brand Palette (Indigo blue and brand Orange).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DISCOVERY LOOP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Discovery Loop Problem Statement &amp; Strategic HMWs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THE PROBLEM &amp; TARGET SEGMENT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Convenience-First professionals (ages 22-35) and busy parents struggle to explore new categories on Swiggy Instamart because the app checkout is highly optimized for transaction speed (under 15s), preventing browse-discovery and exposing them to high delivery charges on single auxiliary additions.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Existing User Workarounds: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Multi-App Splitting: Split-shopping across competitor apps (Zepto/Blinkit) depending on coupon codes.</a:t>
            </a:r>
            <a:br/>
            <a:r>
              <a:t>• Bulk defaults: Default to Amazon or physical D-Mart for diapers/cosmetics due to specification clarity.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GROWTH OPPORTUNITY &amp; HMW</a:t>
            </a:r>
          </a:p>
          <a:p>
            <a:pPr>
              <a:spcAft>
                <a:spcPts val="1500"/>
              </a:spcAft>
              <a:defRPr b="1" sz="1400">
                <a:solidFill>
                  <a:srgbClr val="F8FAFC"/>
                </a:solidFill>
              </a:defRPr>
            </a:pPr>
            <a:r>
              <a:t>How Might We: How might we allow users to append low-consideration auxiliary items to their daily essential carts without triggering additional delivery fees?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Why solving it makes business sense: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Captures forgotten add-on purchases, increasing Average Order Value (AOV) by 18%.</a:t>
            </a:r>
            <a:br/>
            <a:r>
              <a:t>• Accelerates high-margin category adoption with ₹0 user acquisition cost.</a:t>
            </a:r>
            <a:br/>
            <a:r>
              <a:t>• Drives long-term repeat cohort retention.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LIVE MVP PLAYGROUND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The MVP Solution: Deployed 3-Minute Post-Checkout Add-On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1. Post-Checkout Urgency Sandbox Mechanics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built and deployed an interactive checkout simulator (`index.html`) on GitHub Pages showcasing the 3-Minute Add-On Window: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Checkout of dairy essentials simulates active payment completion.</a:t>
            </a:r>
            <a:br/>
            <a:r>
              <a:t>• Triggers a 3-minute visual countdown timer banner immediately.</a:t>
            </a:r>
            <a:br/>
            <a:r>
              <a:t>• Displays auxiliary items (Face wash, Avocados) with ₹0 delivery fee.</a:t>
            </a:r>
            <a:br/>
            <a:r>
              <a:t>• Dynamically updates cart totals and applies the fee waiver.</a:t>
            </a:r>
            <a:br/>
            <a:r>
              <a:t>• Deployed Prototype URL: https://aashritamalviya1999.github.io/swiggy-instamart-discovery/ (Live MVP Prototype Tab)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2. Javascript Countdown Timer Logic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wrote visual countdown timer updates and disable routines in client-side JavaScript:</a:t>
            </a:r>
          </a:p>
          <a:p>
            <a:pPr>
              <a:spcAft>
                <a:spcPts val="1500"/>
              </a:spcAft>
              <a:defRPr sz="1000">
                <a:solidFill>
                  <a:srgbClr val="A855F7"/>
                </a:solidFill>
                <a:latin typeface="Courier New"/>
              </a:defRPr>
            </a:pPr>
            <a:r>
              <a:t>function startMvpTimer() {</a:t>
            </a:r>
            <a:br/>
            <a:r>
              <a:t>  mvpTimerInterval = setInterval(() =&gt; {</a:t>
            </a:r>
            <a:br/>
            <a:r>
              <a:t>    mvpSecondsRemaining--;</a:t>
            </a:r>
            <a:br/>
            <a:r>
              <a:t>    if (mvpSecondsRemaining &lt;= 0) {</a:t>
            </a:r>
            <a:br/>
            <a:r>
              <a:t>      clearInterval(mvpTimerInterval);</a:t>
            </a:r>
            <a:br/>
            <a:r>
              <a:t>      disableAddons();</a:t>
            </a:r>
            <a:br/>
            <a:r>
              <a:t>    } else {</a:t>
            </a:r>
            <a:br/>
            <a:r>
              <a:t>      updateTimerDisplay();</a:t>
            </a:r>
            <a:br/>
            <a:r>
              <a:t>    }</a:t>
            </a:r>
            <a:br/>
            <a:r>
              <a:t>  }, 1000);</a:t>
            </a:r>
            <a:br/>
            <a:r>
              <a:t>}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• Operational protection: Once packer has scanned barcode, add-on window locks out to prevent rider departure delays.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ROLLOUT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MVP Phased Operational Rollout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Phased Rollout Stages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To minimize operational delays at dark stores, we roll out the feature using a phased operational sandbox: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1: Shadow Mode (Weeks 1-2)</a:t>
            </a:r>
            <a:br/>
            <a:r>
              <a:t>Track background behavior. Measure add-on clicks post-checkout without showing UI. Check matching dark store pack cycles.</a:t>
            </a:r>
            <a:br/>
            <a:br/>
            <a:r>
              <a:t>• Phase 2: Operational Buffer Trial (Weeks 3-6)</a:t>
            </a:r>
            <a:br/>
            <a:r>
              <a:t>Launch in 1 dark store (Bangalore East). Set packer lockout rule: if the packer marks order as 'Packing' in warehouse software, disable client-side add-on window instantly.</a:t>
            </a:r>
            <a:br/>
            <a:br/>
            <a:r>
              <a:t>• Phase 3: Tiered City Expansion (Weeks 7-12)</a:t>
            </a:r>
            <a:br/>
            <a:r>
              <a:t>Expand to 10 dark stores. Integrate with Swiggy One membership.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Operational Lock-out &amp; Rider Safety Gates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enforce three software guardrails to protect delivery SLAs: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1. Packing Status Gate: The window is disabled if warehouse packing has already started. This prevents packers from re-opening sealed packages.</a:t>
            </a:r>
            <a:br/>
            <a:br/>
            <a:r>
              <a:t>2. Weight Capacity Gate: Limit add-on catalog to items &lt;2kg. Heavy items (e.g. 5kg dog food bags) are blocked to keep bikes within safety weight thresholds.</a:t>
            </a:r>
            <a:br/>
            <a:br/>
            <a:r>
              <a:t>3. Single-Rider Hand-off: The add-on order is merged into the original rider package. No secondary rider is assigned.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Phased GTM Pilot &amp; Guardrail 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North Star &amp; Leading Indicators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North Star Metric: Cross-Category Discovery Completion Rate</a:t>
            </a:r>
            <a:br/>
            <a:r>
              <a:t>% of post-checkout add-on recommendations checked out and delivered, out of all users exposed to the countdown timer. Target: 35% completion in 30 days.</a:t>
            </a:r>
            <a:br/>
            <a:br/>
            <a:r>
              <a:t>• Leading Indicators (0-30 Days):</a:t>
            </a:r>
            <a:br/>
            <a:r>
              <a:t>  - Timer Conversion Rate: % of users who add at least 1 item. Target: &gt;25% in week 2.</a:t>
            </a:r>
            <a:br/>
            <a:r>
              <a:t>  - Platform Split Churn Delta: Shift in multi-app usage. Target: -5% churn to Zepto.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Lagging Indicators (30-90 Days):</a:t>
            </a:r>
            <a:br/>
            <a:r>
              <a:t>  - Average Order Value (AOV) Delta: Target +18% AOV lift among pilot cohort.</a:t>
            </a:r>
            <a:br/>
            <a:r>
              <a:t>  - Auxiliary category penetration: Target 2x increase in personal care sales.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SLA Operational Guardrail Metrics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</a:defRPr>
            </a:pPr>
            <a:r>
              <a:t>We track three operational guardrails daily to guarantee the core delivery promise is not broken: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Rider Wait Time Delta: Target: &lt;+30 seconds. Measures delay in rider departure from dark store after package handoff. If delta exceeds 45s, decrease add-on window from 3 to 2 minutes.</a:t>
            </a:r>
            <a:br/>
            <a:br/>
            <a:r>
              <a:t>• Packer Picking SLA Delta: Target: &lt;+15 seconds. Measures packer time to add append item to bag. If delta rises, simplify packer terminal UI.</a:t>
            </a:r>
            <a:br/>
            <a:br/>
            <a:r>
              <a:t>• Delivery SLA Breach Rate: Target: 0%. The percentage of orders delayed beyond Swiggy's delivery promise. Must remain constant.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C8019"/>
                </a:solidFill>
                <a:latin typeface="Arial"/>
              </a:defRPr>
            </a:pPr>
            <a:r>
              <a:t>Go-To-Market Operations &amp; Risk Mitigation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  <a:gridCol w="4114800"/>
                <a:gridCol w="2681935"/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&amp; Delivery 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Technical Implementation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Packer lockout gate: Disable the client add-on option as soon as the picker terminal registers that order packing has commenced.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Real-time SSE event updates database packing status to UI.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heavy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catalog: Exclude items exceeding 2kg (such as heavy dog food bag). Limit dimensions to fit bike boxes.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Weight filter parameter query in `/api/opportunities` route.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Add-on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Live inventory check: Opportunities are query-synced with dark store real-time stock levels before display.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Redis cache inventory lookup in FastAPI gateway handler.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